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323" r:id="rId3"/>
    <p:sldId id="538" r:id="rId4"/>
    <p:sldId id="539" r:id="rId5"/>
  </p:sldIdLst>
  <p:sldSz cx="12192000" cy="6858000"/>
  <p:notesSz cx="6858000" cy="9144000"/>
  <p:embeddedFontLst>
    <p:embeddedFont>
      <p:font typeface="Futura" panose="020B0602020204020303"/>
      <p:regular r:id="rId12"/>
    </p:embeddedFont>
    <p:embeddedFont>
      <p:font typeface="Futura" panose="020B0602020204020303" charset="-122"/>
      <p:regular r:id="rId13"/>
    </p:embeddedFont>
  </p:embeddedFontLst>
  <p:custDataLst>
    <p:tags r:id="rId14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Futura" panose="020B0602020204020303"/>
        <a:ea typeface="Futura" panose="020B0602020204020303"/>
        <a:cs typeface="Futura" panose="020B0602020204020303"/>
        <a:sym typeface="Futura" panose="020B0602020204020303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Futura" panose="020B0602020204020303"/>
        <a:ea typeface="Futura" panose="020B0602020204020303"/>
        <a:cs typeface="Futura" panose="020B0602020204020303"/>
        <a:sym typeface="Futura" panose="020B0602020204020303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Futura" panose="020B0602020204020303"/>
        <a:ea typeface="Futura" panose="020B0602020204020303"/>
        <a:cs typeface="Futura" panose="020B0602020204020303"/>
        <a:sym typeface="Futura" panose="020B0602020204020303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Futura" panose="020B0602020204020303"/>
        <a:ea typeface="Futura" panose="020B0602020204020303"/>
        <a:cs typeface="Futura" panose="020B0602020204020303"/>
        <a:sym typeface="Futura" panose="020B0602020204020303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Futura" panose="020B0602020204020303"/>
        <a:ea typeface="Futura" panose="020B0602020204020303"/>
        <a:cs typeface="Futura" panose="020B0602020204020303"/>
        <a:sym typeface="Futura" panose="020B0602020204020303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Futura" panose="020B0602020204020303"/>
        <a:ea typeface="Futura" panose="020B0602020204020303"/>
        <a:cs typeface="Futura" panose="020B0602020204020303"/>
        <a:sym typeface="Futura" panose="020B0602020204020303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Futura" panose="020B0602020204020303"/>
        <a:ea typeface="Futura" panose="020B0602020204020303"/>
        <a:cs typeface="Futura" panose="020B0602020204020303"/>
        <a:sym typeface="Futura" panose="020B0602020204020303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Futura" panose="020B0602020204020303"/>
        <a:ea typeface="Futura" panose="020B0602020204020303"/>
        <a:cs typeface="Futura" panose="020B0602020204020303"/>
        <a:sym typeface="Futura" panose="020B0602020204020303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Futura" panose="020B0602020204020303"/>
        <a:ea typeface="Futura" panose="020B0602020204020303"/>
        <a:cs typeface="Futura" panose="020B0602020204020303"/>
        <a:sym typeface="Futura" panose="020B0602020204020303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A9B863"/>
    <a:srgbClr val="3ED321"/>
    <a:srgbClr val="2EDD17"/>
    <a:srgbClr val="DC4D58"/>
    <a:srgbClr val="39AFDE"/>
    <a:srgbClr val="67CDD5"/>
    <a:srgbClr val="0D537F"/>
    <a:srgbClr val="F3B98C"/>
    <a:srgbClr val="FDB8DA"/>
    <a:srgbClr val="FBED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handoutMaster" Target="handoutMasters/handout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7.xml"/><Relationship Id="rId13" Type="http://schemas.openxmlformats.org/officeDocument/2006/relationships/font" Target="fonts/font2.fntdata"/><Relationship Id="rId12" Type="http://schemas.openxmlformats.org/officeDocument/2006/relationships/font" Target="fonts/font1.fntdata"/><Relationship Id="rId11" Type="http://schemas.openxmlformats.org/officeDocument/2006/relationships/commentAuthors" Target="commentAuthors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90" name="Shape 90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Futura" panose="020B0602020204020303"/>
        <a:ea typeface="Futura" panose="020B0602020204020303"/>
        <a:cs typeface="Futura" panose="020B0602020204020303"/>
        <a:sym typeface="Futura" panose="020B0602020204020303" charset="-122"/>
      </a:defRPr>
    </a:lvl1pPr>
    <a:lvl2pPr indent="228600" latinLnBrk="0">
      <a:defRPr sz="1200">
        <a:latin typeface="Futura" panose="020B0602020204020303"/>
        <a:ea typeface="Futura" panose="020B0602020204020303"/>
        <a:cs typeface="Futura" panose="020B0602020204020303"/>
        <a:sym typeface="Futura" panose="020B0602020204020303" charset="-122"/>
      </a:defRPr>
    </a:lvl2pPr>
    <a:lvl3pPr indent="457200" latinLnBrk="0">
      <a:defRPr sz="1200">
        <a:latin typeface="Futura" panose="020B0602020204020303"/>
        <a:ea typeface="Futura" panose="020B0602020204020303"/>
        <a:cs typeface="Futura" panose="020B0602020204020303"/>
        <a:sym typeface="Futura" panose="020B0602020204020303" charset="-122"/>
      </a:defRPr>
    </a:lvl3pPr>
    <a:lvl4pPr indent="685800" latinLnBrk="0">
      <a:defRPr sz="1200">
        <a:latin typeface="Futura" panose="020B0602020204020303"/>
        <a:ea typeface="Futura" panose="020B0602020204020303"/>
        <a:cs typeface="Futura" panose="020B0602020204020303"/>
        <a:sym typeface="Futura" panose="020B0602020204020303" charset="-122"/>
      </a:defRPr>
    </a:lvl4pPr>
    <a:lvl5pPr indent="914400" latinLnBrk="0">
      <a:defRPr sz="1200">
        <a:latin typeface="Futura" panose="020B0602020204020303"/>
        <a:ea typeface="Futura" panose="020B0602020204020303"/>
        <a:cs typeface="Futura" panose="020B0602020204020303"/>
        <a:sym typeface="Futura" panose="020B0602020204020303" charset="-122"/>
      </a:defRPr>
    </a:lvl5pPr>
    <a:lvl6pPr indent="1143000" latinLnBrk="0">
      <a:defRPr sz="1200">
        <a:latin typeface="Futura" panose="020B0602020204020303"/>
        <a:ea typeface="Futura" panose="020B0602020204020303"/>
        <a:cs typeface="Futura" panose="020B0602020204020303"/>
        <a:sym typeface="Futura" panose="020B0602020204020303" charset="-122"/>
      </a:defRPr>
    </a:lvl6pPr>
    <a:lvl7pPr indent="1371600" latinLnBrk="0">
      <a:defRPr sz="1200">
        <a:latin typeface="Futura" panose="020B0602020204020303"/>
        <a:ea typeface="Futura" panose="020B0602020204020303"/>
        <a:cs typeface="Futura" panose="020B0602020204020303"/>
        <a:sym typeface="Futura" panose="020B0602020204020303" charset="-122"/>
      </a:defRPr>
    </a:lvl7pPr>
    <a:lvl8pPr indent="1600200" latinLnBrk="0">
      <a:defRPr sz="1200">
        <a:latin typeface="Futura" panose="020B0602020204020303"/>
        <a:ea typeface="Futura" panose="020B0602020204020303"/>
        <a:cs typeface="Futura" panose="020B0602020204020303"/>
        <a:sym typeface="Futura" panose="020B0602020204020303" charset="-122"/>
      </a:defRPr>
    </a:lvl8pPr>
    <a:lvl9pPr indent="1828800" latinLnBrk="0">
      <a:defRPr sz="1200">
        <a:latin typeface="Futura" panose="020B0602020204020303"/>
        <a:ea typeface="Futura" panose="020B0602020204020303"/>
        <a:cs typeface="Futura" panose="020B0602020204020303"/>
        <a:sym typeface="Futura" panose="020B0602020204020303" charset="-122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幻灯片">
    <p:bg>
      <p:bgPr>
        <a:gradFill flip="none" rotWithShape="1"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6" descr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1" cy="68580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2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446" y="-17285"/>
            <a:ext cx="12237739" cy="695170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文本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21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文本"/>
          <p:cNvSpPr txBox="1"/>
          <p:nvPr>
            <p:ph type="title" hasCustomPrompt="1"/>
          </p:nvPr>
        </p:nvSpPr>
        <p:spPr>
          <a:xfrm>
            <a:off x="831849" y="469126"/>
            <a:ext cx="10307927" cy="4093349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30" name="正文级别 1…"/>
          <p:cNvSpPr txBox="1"/>
          <p:nvPr>
            <p:ph type="body" sz="quarter" idx="1" hasCustomPrompt="1"/>
          </p:nvPr>
        </p:nvSpPr>
        <p:spPr>
          <a:xfrm>
            <a:off x="831850" y="4610027"/>
            <a:ext cx="10307926" cy="647556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595959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595959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595959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595959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595959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文本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39" name="正文级别 1…"/>
          <p:cNvSpPr txBox="1"/>
          <p:nvPr>
            <p:ph type="body" sz="half" idx="1" hasCustomPrompt="1"/>
          </p:nvPr>
        </p:nvSpPr>
        <p:spPr>
          <a:xfrm>
            <a:off x="6477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  <a:lvl2pPr>
              <a:defRPr>
                <a:solidFill>
                  <a:srgbClr val="595959"/>
                </a:solidFill>
              </a:defRPr>
            </a:lvl2pPr>
            <a:lvl3pPr>
              <a:defRPr>
                <a:solidFill>
                  <a:srgbClr val="595959"/>
                </a:solidFill>
              </a:defRPr>
            </a:lvl3pPr>
            <a:lvl4pPr>
              <a:defRPr>
                <a:solidFill>
                  <a:srgbClr val="595959"/>
                </a:solidFill>
              </a:defRPr>
            </a:lvl4pPr>
            <a:lvl5pPr>
              <a:defRPr>
                <a:solidFill>
                  <a:srgbClr val="595959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0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标题文本"/>
          <p:cNvSpPr txBox="1"/>
          <p:nvPr>
            <p:ph type="title" hasCustomPrompt="1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8" name="正文级别 1…"/>
          <p:cNvSpPr txBox="1"/>
          <p:nvPr>
            <p:ph type="body" sz="quarter" idx="1" hasCustomPrompt="1"/>
          </p:nvPr>
        </p:nvSpPr>
        <p:spPr>
          <a:xfrm>
            <a:off x="839787" y="1744960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>
                <a:solidFill>
                  <a:srgbClr val="595959"/>
                </a:solidFill>
              </a:defRPr>
            </a:lvl1pPr>
            <a:lvl2pPr marL="0" indent="457200">
              <a:buSzTx/>
              <a:buFontTx/>
              <a:buNone/>
              <a:defRPr>
                <a:solidFill>
                  <a:srgbClr val="595959"/>
                </a:solidFill>
              </a:defRPr>
            </a:lvl2pPr>
            <a:lvl3pPr marL="0" indent="914400">
              <a:buSzTx/>
              <a:buFontTx/>
              <a:buNone/>
              <a:defRPr>
                <a:solidFill>
                  <a:srgbClr val="595959"/>
                </a:solidFill>
              </a:defRPr>
            </a:lvl3pPr>
            <a:lvl4pPr marL="0" indent="1371600">
              <a:buSzTx/>
              <a:buFontTx/>
              <a:buNone/>
              <a:defRPr>
                <a:solidFill>
                  <a:srgbClr val="595959"/>
                </a:solidFill>
              </a:defRPr>
            </a:lvl4pPr>
            <a:lvl5pPr marL="0" indent="1828800">
              <a:buSzTx/>
              <a:buFontTx/>
              <a:buNone/>
              <a:defRPr>
                <a:solidFill>
                  <a:srgbClr val="595959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9" name="文本占位符 4"/>
          <p:cNvSpPr/>
          <p:nvPr>
            <p:ph type="body" sz="quarter" idx="21"/>
          </p:nvPr>
        </p:nvSpPr>
        <p:spPr>
          <a:xfrm>
            <a:off x="6172200" y="1744960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>
                <a:solidFill>
                  <a:srgbClr val="595959"/>
                </a:solidFill>
              </a:defRPr>
            </a:pPr>
          </a:p>
        </p:txBody>
      </p:sp>
      <p:sp>
        <p:nvSpPr>
          <p:cNvPr id="50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标题文本"/>
          <p:cNvSpPr txBox="1"/>
          <p:nvPr>
            <p:ph type="title" hasCustomPrompt="1"/>
          </p:nvPr>
        </p:nvSpPr>
        <p:spPr>
          <a:xfrm>
            <a:off x="838200" y="2766218"/>
            <a:ext cx="10515600" cy="1325564"/>
          </a:xfrm>
          <a:prstGeom prst="rect">
            <a:avLst/>
          </a:prstGeom>
        </p:spPr>
        <p:txBody>
          <a:bodyPr/>
          <a:lstStyle>
            <a:lvl1pPr algn="ctr"/>
          </a:lstStyle>
          <a:p>
            <a:r>
              <a:t>标题文本</a:t>
            </a:r>
          </a:p>
        </p:txBody>
      </p:sp>
      <p:sp>
        <p:nvSpPr>
          <p:cNvPr id="5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单击此处编辑标题"/>
          <p:cNvSpPr txBox="1"/>
          <p:nvPr>
            <p:ph type="title" hasCustomPrompt="1"/>
          </p:nvPr>
        </p:nvSpPr>
        <p:spPr>
          <a:xfrm>
            <a:off x="646747" y="127000"/>
            <a:ext cx="4165201" cy="16002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t>单击此处编辑标题</a:t>
            </a:r>
          </a:p>
        </p:txBody>
      </p:sp>
      <p:sp>
        <p:nvSpPr>
          <p:cNvPr id="73" name="图片占位符 2"/>
          <p:cNvSpPr/>
          <p:nvPr>
            <p:ph type="pic" sz="half" idx="21"/>
          </p:nvPr>
        </p:nvSpPr>
        <p:spPr>
          <a:xfrm>
            <a:off x="5183999" y="766353"/>
            <a:ext cx="5817376" cy="5094448"/>
          </a:xfrm>
          <a:prstGeom prst="rect">
            <a:avLst/>
          </a:prstGeom>
        </p:spPr>
        <p:txBody>
          <a:bodyPr lIns="91439" rIns="91439">
            <a:noAutofit/>
          </a:bodyPr>
          <a:lstStyle/>
          <a:p/>
        </p:txBody>
      </p:sp>
      <p:sp>
        <p:nvSpPr>
          <p:cNvPr id="74" name="正文级别 1…"/>
          <p:cNvSpPr txBox="1"/>
          <p:nvPr>
            <p:ph type="body" sz="quarter" idx="1" hasCustomPrompt="1"/>
          </p:nvPr>
        </p:nvSpPr>
        <p:spPr>
          <a:xfrm>
            <a:off x="651826" y="2057400"/>
            <a:ext cx="4165202" cy="38115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SzTx/>
              <a:buFontTx/>
              <a:buNone/>
              <a:defRPr sz="2000">
                <a:solidFill>
                  <a:srgbClr val="595959"/>
                </a:solidFill>
              </a:defRPr>
            </a:lvl1pPr>
            <a:lvl2pPr marL="0" indent="457200">
              <a:lnSpc>
                <a:spcPct val="150000"/>
              </a:lnSpc>
              <a:buSzTx/>
              <a:buFontTx/>
              <a:buNone/>
              <a:defRPr sz="2000">
                <a:solidFill>
                  <a:srgbClr val="595959"/>
                </a:solidFill>
              </a:defRPr>
            </a:lvl2pPr>
            <a:lvl3pPr marL="0" indent="914400">
              <a:lnSpc>
                <a:spcPct val="150000"/>
              </a:lnSpc>
              <a:buSzTx/>
              <a:buFontTx/>
              <a:buNone/>
              <a:defRPr sz="2000">
                <a:solidFill>
                  <a:srgbClr val="595959"/>
                </a:solidFill>
              </a:defRPr>
            </a:lvl3pPr>
            <a:lvl4pPr marL="0" indent="1371600">
              <a:lnSpc>
                <a:spcPct val="150000"/>
              </a:lnSpc>
              <a:buSzTx/>
              <a:buFontTx/>
              <a:buNone/>
              <a:defRPr sz="2000">
                <a:solidFill>
                  <a:srgbClr val="595959"/>
                </a:solidFill>
              </a:defRPr>
            </a:lvl4pPr>
            <a:lvl5pPr marL="0" indent="1828800">
              <a:lnSpc>
                <a:spcPct val="150000"/>
              </a:lnSpc>
              <a:buSzTx/>
              <a:buFontTx/>
              <a:buNone/>
              <a:defRPr sz="2000">
                <a:solidFill>
                  <a:srgbClr val="595959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正文级别 1…"/>
          <p:cNvSpPr txBox="1"/>
          <p:nvPr>
            <p:ph type="body" idx="1" hasCustomPrompt="1"/>
          </p:nvPr>
        </p:nvSpPr>
        <p:spPr>
          <a:xfrm>
            <a:off x="838200" y="551542"/>
            <a:ext cx="10515600" cy="555897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95959"/>
                </a:solidFill>
              </a:defRPr>
            </a:lvl1pPr>
            <a:lvl2pPr>
              <a:defRPr>
                <a:solidFill>
                  <a:srgbClr val="595959"/>
                </a:solidFill>
              </a:defRPr>
            </a:lvl2pPr>
            <a:lvl3pPr>
              <a:defRPr>
                <a:solidFill>
                  <a:srgbClr val="595959"/>
                </a:solidFill>
              </a:defRPr>
            </a:lvl3pPr>
            <a:lvl4pPr>
              <a:defRPr>
                <a:solidFill>
                  <a:srgbClr val="595959"/>
                </a:solidFill>
              </a:defRPr>
            </a:lvl4pPr>
            <a:lvl5pPr>
              <a:defRPr>
                <a:solidFill>
                  <a:srgbClr val="595959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0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/>
          <p:nvPr>
            <p:ph type="title"/>
          </p:nvPr>
        </p:nvSpPr>
        <p:spPr>
          <a:xfrm>
            <a:off x="647700" y="258445"/>
            <a:ext cx="10515600" cy="1325563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/>
          <p:nvPr>
            <p:ph type="body" idx="1"/>
          </p:nvPr>
        </p:nvSpPr>
        <p:spPr>
          <a:xfrm>
            <a:off x="647700" y="1825625"/>
            <a:ext cx="10515600" cy="4351338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11095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norm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262626"/>
          </a:solidFill>
          <a:uFillTx/>
          <a:latin typeface="Futura" panose="020B0602020204020303"/>
          <a:ea typeface="Futura" panose="020B0602020204020303"/>
          <a:cs typeface="Futura" panose="020B0602020204020303"/>
          <a:sym typeface="Futura" panose="020B0602020204020303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262626"/>
          </a:solidFill>
          <a:uFillTx/>
          <a:latin typeface="Futura" panose="020B0602020204020303"/>
          <a:ea typeface="Futura" panose="020B0602020204020303"/>
          <a:cs typeface="Futura" panose="020B0602020204020303"/>
          <a:sym typeface="Futura" panose="020B0602020204020303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262626"/>
          </a:solidFill>
          <a:uFillTx/>
          <a:latin typeface="Futura" panose="020B0602020204020303"/>
          <a:ea typeface="Futura" panose="020B0602020204020303"/>
          <a:cs typeface="Futura" panose="020B0602020204020303"/>
          <a:sym typeface="Futura" panose="020B0602020204020303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262626"/>
          </a:solidFill>
          <a:uFillTx/>
          <a:latin typeface="Futura" panose="020B0602020204020303"/>
          <a:ea typeface="Futura" panose="020B0602020204020303"/>
          <a:cs typeface="Futura" panose="020B0602020204020303"/>
          <a:sym typeface="Futura" panose="020B0602020204020303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262626"/>
          </a:solidFill>
          <a:uFillTx/>
          <a:latin typeface="Futura" panose="020B0602020204020303"/>
          <a:ea typeface="Futura" panose="020B0602020204020303"/>
          <a:cs typeface="Futura" panose="020B0602020204020303"/>
          <a:sym typeface="Futura" panose="020B0602020204020303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262626"/>
          </a:solidFill>
          <a:uFillTx/>
          <a:latin typeface="Futura" panose="020B0602020204020303"/>
          <a:ea typeface="Futura" panose="020B0602020204020303"/>
          <a:cs typeface="Futura" panose="020B0602020204020303"/>
          <a:sym typeface="Futura" panose="020B0602020204020303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262626"/>
          </a:solidFill>
          <a:uFillTx/>
          <a:latin typeface="Futura" panose="020B0602020204020303"/>
          <a:ea typeface="Futura" panose="020B0602020204020303"/>
          <a:cs typeface="Futura" panose="020B0602020204020303"/>
          <a:sym typeface="Futura" panose="020B0602020204020303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262626"/>
          </a:solidFill>
          <a:uFillTx/>
          <a:latin typeface="Futura" panose="020B0602020204020303"/>
          <a:ea typeface="Futura" panose="020B0602020204020303"/>
          <a:cs typeface="Futura" panose="020B0602020204020303"/>
          <a:sym typeface="Futura" panose="020B0602020204020303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262626"/>
          </a:solidFill>
          <a:uFillTx/>
          <a:latin typeface="Futura" panose="020B0602020204020303"/>
          <a:ea typeface="Futura" panose="020B0602020204020303"/>
          <a:cs typeface="Futura" panose="020B0602020204020303"/>
          <a:sym typeface="Futura" panose="020B0602020204020303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Futura" panose="020B0602020204020303"/>
        <a:buChar char="•"/>
        <a:defRPr sz="2800" b="0" i="0" u="none" strike="noStrike" cap="none" spc="0" baseline="0">
          <a:solidFill>
            <a:srgbClr val="404040"/>
          </a:solidFill>
          <a:uFillTx/>
          <a:latin typeface="Futura" panose="020B0602020204020303"/>
          <a:ea typeface="Futura" panose="020B0602020204020303"/>
          <a:cs typeface="Futura" panose="020B0602020204020303"/>
          <a:sym typeface="Futura" panose="020B0602020204020303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Futura" panose="020B0602020204020303"/>
        <a:buChar char="•"/>
        <a:defRPr sz="2800" b="0" i="0" u="none" strike="noStrike" cap="none" spc="0" baseline="0">
          <a:solidFill>
            <a:srgbClr val="404040"/>
          </a:solidFill>
          <a:uFillTx/>
          <a:latin typeface="Futura" panose="020B0602020204020303"/>
          <a:ea typeface="Futura" panose="020B0602020204020303"/>
          <a:cs typeface="Futura" panose="020B0602020204020303"/>
          <a:sym typeface="Futura" panose="020B0602020204020303"/>
        </a:defRPr>
      </a:lvl2pPr>
      <a:lvl3pPr marL="1234440" marR="0" indent="-32004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Futura" panose="020B0602020204020303"/>
        <a:buChar char="•"/>
        <a:defRPr sz="2800" b="0" i="0" u="none" strike="noStrike" cap="none" spc="0" baseline="0">
          <a:solidFill>
            <a:srgbClr val="404040"/>
          </a:solidFill>
          <a:uFillTx/>
          <a:latin typeface="Futura" panose="020B0602020204020303"/>
          <a:ea typeface="Futura" panose="020B0602020204020303"/>
          <a:cs typeface="Futura" panose="020B0602020204020303"/>
          <a:sym typeface="Futura" panose="020B0602020204020303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Futura" panose="020B0602020204020303"/>
        <a:buChar char="•"/>
        <a:defRPr sz="2800" b="0" i="0" u="none" strike="noStrike" cap="none" spc="0" baseline="0">
          <a:solidFill>
            <a:srgbClr val="404040"/>
          </a:solidFill>
          <a:uFillTx/>
          <a:latin typeface="Futura" panose="020B0602020204020303"/>
          <a:ea typeface="Futura" panose="020B0602020204020303"/>
          <a:cs typeface="Futura" panose="020B0602020204020303"/>
          <a:sym typeface="Futura" panose="020B0602020204020303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Futura" panose="020B0602020204020303"/>
        <a:buChar char="•"/>
        <a:defRPr sz="2800" b="0" i="0" u="none" strike="noStrike" cap="none" spc="0" baseline="0">
          <a:solidFill>
            <a:srgbClr val="404040"/>
          </a:solidFill>
          <a:uFillTx/>
          <a:latin typeface="Futura" panose="020B0602020204020303"/>
          <a:ea typeface="Futura" panose="020B0602020204020303"/>
          <a:cs typeface="Futura" panose="020B0602020204020303"/>
          <a:sym typeface="Futura" panose="020B0602020204020303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Futura" panose="020B0602020204020303"/>
        <a:buChar char="•"/>
        <a:defRPr sz="2800" b="0" i="0" u="none" strike="noStrike" cap="none" spc="0" baseline="0">
          <a:solidFill>
            <a:srgbClr val="404040"/>
          </a:solidFill>
          <a:uFillTx/>
          <a:latin typeface="Futura" panose="020B0602020204020303"/>
          <a:ea typeface="Futura" panose="020B0602020204020303"/>
          <a:cs typeface="Futura" panose="020B0602020204020303"/>
          <a:sym typeface="Futura" panose="020B0602020204020303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Futura" panose="020B0602020204020303"/>
        <a:buChar char="•"/>
        <a:defRPr sz="2800" b="0" i="0" u="none" strike="noStrike" cap="none" spc="0" baseline="0">
          <a:solidFill>
            <a:srgbClr val="404040"/>
          </a:solidFill>
          <a:uFillTx/>
          <a:latin typeface="Futura" panose="020B0602020204020303"/>
          <a:ea typeface="Futura" panose="020B0602020204020303"/>
          <a:cs typeface="Futura" panose="020B0602020204020303"/>
          <a:sym typeface="Futura" panose="020B0602020204020303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Futura" panose="020B0602020204020303"/>
        <a:buChar char="•"/>
        <a:defRPr sz="2800" b="0" i="0" u="none" strike="noStrike" cap="none" spc="0" baseline="0">
          <a:solidFill>
            <a:srgbClr val="404040"/>
          </a:solidFill>
          <a:uFillTx/>
          <a:latin typeface="Futura" panose="020B0602020204020303"/>
          <a:ea typeface="Futura" panose="020B0602020204020303"/>
          <a:cs typeface="Futura" panose="020B0602020204020303"/>
          <a:sym typeface="Futura" panose="020B0602020204020303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Futura" panose="020B0602020204020303"/>
        <a:buChar char="•"/>
        <a:defRPr sz="2800" b="0" i="0" u="none" strike="noStrike" cap="none" spc="0" baseline="0">
          <a:solidFill>
            <a:srgbClr val="404040"/>
          </a:solidFill>
          <a:uFillTx/>
          <a:latin typeface="Futura" panose="020B0602020204020303"/>
          <a:ea typeface="Futura" panose="020B0602020204020303"/>
          <a:cs typeface="Futura" panose="020B0602020204020303"/>
          <a:sym typeface="Futura" panose="020B0602020204020303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Futura" panose="020B0602020204020303"/>
          <a:ea typeface="Futura" panose="020B0602020204020303"/>
          <a:cs typeface="Futura" panose="020B0602020204020303"/>
          <a:sym typeface="Futura" panose="020B0602020204020303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Futura" panose="020B0602020204020303"/>
          <a:ea typeface="Futura" panose="020B0602020204020303"/>
          <a:cs typeface="Futura" panose="020B0602020204020303"/>
          <a:sym typeface="Futura" panose="020B0602020204020303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Futura" panose="020B0602020204020303"/>
          <a:ea typeface="Futura" panose="020B0602020204020303"/>
          <a:cs typeface="Futura" panose="020B0602020204020303"/>
          <a:sym typeface="Futura" panose="020B0602020204020303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Futura" panose="020B0602020204020303"/>
          <a:ea typeface="Futura" panose="020B0602020204020303"/>
          <a:cs typeface="Futura" panose="020B0602020204020303"/>
          <a:sym typeface="Futura" panose="020B0602020204020303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Futura" panose="020B0602020204020303"/>
          <a:ea typeface="Futura" panose="020B0602020204020303"/>
          <a:cs typeface="Futura" panose="020B0602020204020303"/>
          <a:sym typeface="Futura" panose="020B0602020204020303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Futura" panose="020B0602020204020303"/>
          <a:ea typeface="Futura" panose="020B0602020204020303"/>
          <a:cs typeface="Futura" panose="020B0602020204020303"/>
          <a:sym typeface="Futura" panose="020B0602020204020303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Futura" panose="020B0602020204020303"/>
          <a:ea typeface="Futura" panose="020B0602020204020303"/>
          <a:cs typeface="Futura" panose="020B0602020204020303"/>
          <a:sym typeface="Futura" panose="020B0602020204020303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Futura" panose="020B0602020204020303"/>
          <a:ea typeface="Futura" panose="020B0602020204020303"/>
          <a:cs typeface="Futura" panose="020B0602020204020303"/>
          <a:sym typeface="Futura" panose="020B0602020204020303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Futura" panose="020B0602020204020303"/>
          <a:ea typeface="Futura" panose="020B0602020204020303"/>
          <a:cs typeface="Futura" panose="020B0602020204020303"/>
          <a:sym typeface="Futura" panose="020B0602020204020303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tags" Target="../tags/tag2.xml"/><Relationship Id="rId4" Type="http://schemas.openxmlformats.org/officeDocument/2006/relationships/image" Target="../media/image6.png"/><Relationship Id="rId3" Type="http://schemas.openxmlformats.org/officeDocument/2006/relationships/tags" Target="../tags/tag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tags" Target="../tags/tag4.xml"/><Relationship Id="rId4" Type="http://schemas.openxmlformats.org/officeDocument/2006/relationships/image" Target="../media/image6.png"/><Relationship Id="rId3" Type="http://schemas.openxmlformats.org/officeDocument/2006/relationships/tags" Target="../tags/tag3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tags" Target="../tags/tag6.xml"/><Relationship Id="rId4" Type="http://schemas.openxmlformats.org/officeDocument/2006/relationships/image" Target="../media/image6.png"/><Relationship Id="rId3" Type="http://schemas.openxmlformats.org/officeDocument/2006/relationships/tags" Target="../tags/tag5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7305"/>
            <a:ext cx="12221210" cy="70993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765" y="-27305"/>
            <a:ext cx="2092325" cy="70993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11757" r="7795"/>
          <a:stretch>
            <a:fillRect/>
          </a:stretch>
        </p:blipFill>
        <p:spPr>
          <a:xfrm>
            <a:off x="20433030" y="2237105"/>
            <a:ext cx="3951605" cy="792480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rcRect l="11757" r="7795"/>
          <a:stretch>
            <a:fillRect/>
          </a:stretch>
        </p:blipFill>
        <p:spPr>
          <a:xfrm>
            <a:off x="20560030" y="2364105"/>
            <a:ext cx="3951605" cy="7924800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7195" y="72390"/>
            <a:ext cx="2865755" cy="51879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7305"/>
            <a:ext cx="12221210" cy="70993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765" y="-27305"/>
            <a:ext cx="2092325" cy="70993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11757" r="7795"/>
          <a:stretch>
            <a:fillRect/>
          </a:stretch>
        </p:blipFill>
        <p:spPr>
          <a:xfrm>
            <a:off x="20433030" y="2237105"/>
            <a:ext cx="3951605" cy="792480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rcRect l="11757" r="7795"/>
          <a:stretch>
            <a:fillRect/>
          </a:stretch>
        </p:blipFill>
        <p:spPr>
          <a:xfrm>
            <a:off x="20560030" y="2364105"/>
            <a:ext cx="3951605" cy="7924800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7195" y="72390"/>
            <a:ext cx="2865755" cy="51879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7305"/>
            <a:ext cx="12221210" cy="70993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4765" y="-27305"/>
            <a:ext cx="2092325" cy="709930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11757" r="7795"/>
          <a:stretch>
            <a:fillRect/>
          </a:stretch>
        </p:blipFill>
        <p:spPr>
          <a:xfrm>
            <a:off x="20433030" y="2237105"/>
            <a:ext cx="3951605" cy="7924800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4"/>
          <a:srcRect l="11757" r="7795"/>
          <a:stretch>
            <a:fillRect/>
          </a:stretch>
        </p:blipFill>
        <p:spPr>
          <a:xfrm>
            <a:off x="20560030" y="2364105"/>
            <a:ext cx="3951605" cy="7924800"/>
          </a:xfrm>
          <a:prstGeom prst="rect">
            <a:avLst/>
          </a:prstGeom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7195" y="72390"/>
            <a:ext cx="2865755" cy="51879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commondata" val="eyJoZGlkIjoiYjZlZjczMmZlMzY3Mzg2MmU2MmNmMzU1NTQ1NzMxYjYifQ==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​​">
      <a:majorFont>
        <a:latin typeface="Futura"/>
        <a:ea typeface="Futura"/>
        <a:cs typeface="Futura"/>
      </a:majorFont>
      <a:minorFont>
        <a:latin typeface="Futura"/>
        <a:ea typeface="Futura"/>
        <a:cs typeface="Futur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C000"/>
        </a:solidFill>
      </a:spPr>
      <a:bodyPr wrap="square" lIns="0" tIns="0" rIns="0" bIns="0" rtlCol="0"/>
      <a:lstStyle>
        <a:defPPr>
          <a:defRPr>
            <a:latin typeface="Futura" panose="020B0602020204020303" charset="-122"/>
            <a:ea typeface="Futura" panose="020B0602020204020303" charset="-122"/>
          </a:defRPr>
        </a:defPPr>
      </a:lst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Futura" panose="020B0602020204020303"/>
            <a:ea typeface="Futura" panose="020B0602020204020303"/>
            <a:cs typeface="Futura" panose="020B0602020204020303"/>
            <a:sym typeface="Futura" panose="020B060202020402030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 主题​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​​">
      <a:majorFont>
        <a:latin typeface="Futura"/>
        <a:ea typeface="Futura"/>
        <a:cs typeface="Futura"/>
      </a:majorFont>
      <a:minorFont>
        <a:latin typeface="Futura"/>
        <a:ea typeface="Futura"/>
        <a:cs typeface="Futur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Futura" panose="020B0602020204020303"/>
            <a:ea typeface="Futura" panose="020B0602020204020303"/>
            <a:cs typeface="Futura" panose="020B0602020204020303"/>
            <a:sym typeface="Futura" panose="020B060202020402030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Futura" panose="020B0602020204020303"/>
            <a:ea typeface="Futura" panose="020B0602020204020303"/>
            <a:cs typeface="Futura" panose="020B0602020204020303"/>
            <a:sym typeface="Futura" panose="020B060202020402030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Futura"/>
        <a:ea typeface="Futura"/>
        <a:cs typeface="Futura"/>
        <a:font script="Jpan" typeface="Futura"/>
        <a:font script="Hang" typeface="Futura"/>
        <a:font script="Hans" typeface="Futura"/>
        <a:font script="Hant" typeface="Futura"/>
        <a:font script="Arab" typeface="Futura"/>
        <a:font script="Hebr" typeface="Futura"/>
        <a:font script="Thai" typeface="Futura"/>
        <a:font script="Ethi" typeface="Futura"/>
        <a:font script="Beng" typeface="Futura"/>
        <a:font script="Gujr" typeface="Futura"/>
        <a:font script="Khmr" typeface="Futura"/>
        <a:font script="Knda" typeface="Futura"/>
        <a:font script="Guru" typeface="Futura"/>
        <a:font script="Cans" typeface="Futura"/>
        <a:font script="Cher" typeface="Futura"/>
        <a:font script="Yiii" typeface="Futura"/>
        <a:font script="Tibt" typeface="Futura"/>
        <a:font script="Thaa" typeface="Futura"/>
        <a:font script="Deva" typeface="Futura"/>
        <a:font script="Telu" typeface="Futura"/>
        <a:font script="Taml" typeface="Futura"/>
        <a:font script="Syrc" typeface="Futura"/>
        <a:font script="Orya" typeface="Futura"/>
        <a:font script="Mlym" typeface="Futura"/>
        <a:font script="Laoo" typeface="Futura"/>
        <a:font script="Sinh" typeface="Futura"/>
        <a:font script="Mong" typeface="Futura"/>
        <a:font script="Viet" typeface="Futura"/>
        <a:font script="Uigh" typeface="Futura"/>
        <a:font script="Geor" typeface="Futura"/>
      </a:majorFont>
      <a:minorFont>
        <a:latin typeface="Futura"/>
        <a:ea typeface="Futura"/>
        <a:cs typeface="Futura"/>
        <a:font script="Jpan" typeface="Futura"/>
        <a:font script="Hang" typeface="Futura"/>
        <a:font script="Hans" typeface="Futura"/>
        <a:font script="Hant" typeface="Futura"/>
        <a:font script="Arab" typeface="Futura"/>
        <a:font script="Hebr" typeface="Futura"/>
        <a:font script="Thai" typeface="Futura"/>
        <a:font script="Ethi" typeface="Futura"/>
        <a:font script="Beng" typeface="Futura"/>
        <a:font script="Gujr" typeface="Futura"/>
        <a:font script="Khmr" typeface="Futura"/>
        <a:font script="Knda" typeface="Futura"/>
        <a:font script="Guru" typeface="Futura"/>
        <a:font script="Cans" typeface="Futura"/>
        <a:font script="Cher" typeface="Futura"/>
        <a:font script="Yiii" typeface="Futura"/>
        <a:font script="Tibt" typeface="Futura"/>
        <a:font script="Thaa" typeface="Futura"/>
        <a:font script="Deva" typeface="Futura"/>
        <a:font script="Telu" typeface="Futura"/>
        <a:font script="Taml" typeface="Futura"/>
        <a:font script="Syrc" typeface="Futura"/>
        <a:font script="Orya" typeface="Futura"/>
        <a:font script="Mlym" typeface="Futura"/>
        <a:font script="Laoo" typeface="Futura"/>
        <a:font script="Sinh" typeface="Futura"/>
        <a:font script="Mong" typeface="Futura"/>
        <a:font script="Viet" typeface="Futura"/>
        <a:font script="Uigh" typeface="Futura"/>
        <a:font script="Geor" typeface="Futur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表格</Application>
  <PresentationFormat/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5" baseType="lpstr">
      <vt:lpstr>Arial</vt:lpstr>
      <vt:lpstr>宋体</vt:lpstr>
      <vt:lpstr>Wingdings</vt:lpstr>
      <vt:lpstr>Futura</vt:lpstr>
      <vt:lpstr>Futura</vt:lpstr>
      <vt:lpstr>Futura</vt:lpstr>
      <vt:lpstr>微软雅黑</vt:lpstr>
      <vt:lpstr>汉仪旗黑</vt:lpstr>
      <vt:lpstr>汉仪书宋二KW</vt:lpstr>
      <vt:lpstr>宋体</vt:lpstr>
      <vt:lpstr>Arial Unicode MS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WPS_1618821879</cp:lastModifiedBy>
  <cp:revision>324</cp:revision>
  <dcterms:created xsi:type="dcterms:W3CDTF">2026-07-03T03:12:38Z</dcterms:created>
  <dcterms:modified xsi:type="dcterms:W3CDTF">2026-07-03T03:12:38Z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82A4CB9AB20D4438BDB7BB4DA3E7399A_13</vt:lpwstr>
  </property>
  <property fmtid="{D5CDD505-2E9C-101B-9397-08002B2CF9AE}" pid="3" name="KSOProductBuildVer">
    <vt:lpwstr>2052-12.1.26016.26016</vt:lpwstr>
  </property>
</Properties>
</file>